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3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8B12"/>
    <a:srgbClr val="8E1416"/>
    <a:srgbClr val="922123"/>
    <a:srgbClr val="AA8200"/>
    <a:srgbClr val="DEAA00"/>
    <a:srgbClr val="007FB1"/>
    <a:srgbClr val="38955A"/>
    <a:srgbClr val="920000"/>
    <a:srgbClr val="212121"/>
    <a:srgbClr val="2C4D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7" autoAdjust="0"/>
    <p:restoredTop sz="63597" autoAdjust="0"/>
  </p:normalViewPr>
  <p:slideViewPr>
    <p:cSldViewPr snapToGrid="0" showGuides="1">
      <p:cViewPr varScale="1">
        <p:scale>
          <a:sx n="70" d="100"/>
          <a:sy n="70" d="100"/>
        </p:scale>
        <p:origin x="33" y="630"/>
      </p:cViewPr>
      <p:guideLst/>
    </p:cSldViewPr>
  </p:slideViewPr>
  <p:outlineViewPr>
    <p:cViewPr>
      <p:scale>
        <a:sx n="33" d="100"/>
        <a:sy n="33" d="100"/>
      </p:scale>
      <p:origin x="0" y="-1615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7355B-E5B2-6E48-8859-C40F7DC7FE0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31DA66-BB00-F84C-BB6F-3E6E140CF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45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Auto-generated course navigation slide showing all modules with current section highlighted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Auto-generated course navigation slide showing all modules with current section highlighted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Auto-generated course navigation slide showing all modules with current section highlighted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Auto-generated course navigation slide showing all modules with current section highlighted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Auto-generated course navigation slide showing all modules with current section highlighted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Auto-generated course navigation slide showing all modules with current section highlighted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5D4979-0E48-181C-5438-B441393DCA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89155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2326"/>
            <a:ext cx="9144000" cy="13250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F10DC-7230-4581-E771-A51DC87C601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94437" y="1238105"/>
            <a:ext cx="3578217" cy="1288157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427347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58740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8295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318506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978330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644564"/>
            <a:ext cx="8928887" cy="15688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21016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545636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F1C99E23-E5F1-1D9C-BF82-D83E6E9F13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113" y="2433638"/>
            <a:ext cx="10391774" cy="379095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3708861-970C-B5DB-BF46-526E75A04C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0113" y="1444625"/>
            <a:ext cx="10391774" cy="6492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182745761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11342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7AB04E-CD14-3B5B-FB56-FF0AC2426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3873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480" y="1051965"/>
            <a:ext cx="9831823" cy="3139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600">
                <a:latin typeface="Victor Mono" pitchFamily="49" charset="0"/>
              </a:defRPr>
            </a:lvl1pPr>
            <a:lvl2pPr marL="457200" indent="0">
              <a:buFontTx/>
              <a:buNone/>
              <a:defRPr>
                <a:latin typeface="Victor Mono" pitchFamily="49" charset="0"/>
              </a:defRPr>
            </a:lvl2pPr>
            <a:lvl3pPr marL="914400" indent="0">
              <a:buFontTx/>
              <a:buNone/>
              <a:defRPr>
                <a:latin typeface="Victor Mono" pitchFamily="49" charset="0"/>
              </a:defRPr>
            </a:lvl3pPr>
            <a:lvl4pPr marL="1371600" indent="0">
              <a:buFontTx/>
              <a:buNone/>
              <a:defRPr>
                <a:latin typeface="Victor Mono" pitchFamily="49" charset="0"/>
              </a:defRPr>
            </a:lvl4pPr>
            <a:lvl5pPr marL="18288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876091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wo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429000"/>
            <a:ext cx="8928887" cy="1200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1556" y="3829000"/>
            <a:ext cx="8928887" cy="600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2021016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C53BF9-6377-93D8-5BD7-30937619B4E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928887" cy="70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6163BC-C951-C17F-421A-4AD743EDDB29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10016117" y="424540"/>
            <a:ext cx="1783676" cy="64361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0584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97" r:id="rId3"/>
    <p:sldLayoutId id="2147483746" r:id="rId4"/>
    <p:sldLayoutId id="2147483784" r:id="rId5"/>
    <p:sldLayoutId id="2147483747" r:id="rId6"/>
    <p:sldLayoutId id="2147483748" r:id="rId7"/>
    <p:sldLayoutId id="2147483792" r:id="rId8"/>
    <p:sldLayoutId id="2147483749" r:id="rId9"/>
    <p:sldLayoutId id="2147483750" r:id="rId10"/>
    <p:sldLayoutId id="2147483751" r:id="rId11"/>
    <p:sldLayoutId id="2147483798" r:id="rId12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Course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b="0" i="0" u="none"/>
              <a:t>Intro</a:t>
            </a:r>
          </a:p>
          <a:p>
            <a:r>
              <a:rPr b="1" i="0" u="none"/>
              <a:t>▶ AI Practitioner Resources</a:t>
            </a:r>
          </a:p>
          <a:p>
            <a:r>
              <a:rPr b="0" i="0" u="none"/>
              <a:t>Brownfield Software Development</a:t>
            </a:r>
          </a:p>
          <a:p>
            <a:r>
              <a:rPr b="0" i="0" u="none"/>
              <a:t>AI Implementation Workflow</a:t>
            </a:r>
          </a:p>
          <a:p>
            <a:r>
              <a:rPr b="0" i="0" u="none"/>
              <a:t>Building a Backlog</a:t>
            </a:r>
          </a:p>
          <a:p>
            <a:r>
              <a:rPr b="0" i="0" u="none"/>
              <a:t>Addressing Technical Debt</a:t>
            </a:r>
          </a:p>
          <a:p>
            <a:r>
              <a:rPr b="0" i="0" u="none"/>
              <a:t>Multi-Implementation Comparison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Course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b="0" i="0" u="none"/>
              <a:t>Intro</a:t>
            </a:r>
          </a:p>
          <a:p>
            <a:r>
              <a:rPr b="0" i="0" u="none"/>
              <a:t>AI Practitioner Resources</a:t>
            </a:r>
          </a:p>
          <a:p>
            <a:r>
              <a:rPr b="1" i="0" u="none"/>
              <a:t>▶ Brownfield Software Development</a:t>
            </a:r>
          </a:p>
          <a:p>
            <a:r>
              <a:rPr b="0" i="0" u="none"/>
              <a:t>AI Implementation Workflow</a:t>
            </a:r>
          </a:p>
          <a:p>
            <a:r>
              <a:rPr b="0" i="0" u="none"/>
              <a:t>Building a Backlog</a:t>
            </a:r>
          </a:p>
          <a:p>
            <a:r>
              <a:rPr b="0" i="0" u="none"/>
              <a:t>Addressing Technical Debt</a:t>
            </a:r>
          </a:p>
          <a:p>
            <a:r>
              <a:rPr b="0" i="0" u="none"/>
              <a:t>Multi-Implementation 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Course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b="0" i="0" u="none"/>
              <a:t>Intro</a:t>
            </a:r>
          </a:p>
          <a:p>
            <a:r>
              <a:rPr b="0" i="0" u="none"/>
              <a:t>AI Practitioner Resources</a:t>
            </a:r>
          </a:p>
          <a:p>
            <a:r>
              <a:rPr b="0" i="0" u="none"/>
              <a:t>Brownfield Software Development</a:t>
            </a:r>
          </a:p>
          <a:p>
            <a:r>
              <a:rPr b="1" i="0" u="none"/>
              <a:t>▶ AI Implementation Workflow</a:t>
            </a:r>
          </a:p>
          <a:p>
            <a:r>
              <a:rPr b="0" i="0" u="none"/>
              <a:t>Building a Backlog</a:t>
            </a:r>
          </a:p>
          <a:p>
            <a:r>
              <a:rPr b="0" i="0" u="none"/>
              <a:t>Addressing Technical Debt</a:t>
            </a:r>
          </a:p>
          <a:p>
            <a:r>
              <a:rPr b="0" i="0" u="none"/>
              <a:t>Multi-Implementation Comparison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Course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b="0" i="0" u="none"/>
              <a:t>Intro</a:t>
            </a:r>
          </a:p>
          <a:p>
            <a:r>
              <a:rPr b="0" i="0" u="none"/>
              <a:t>AI Practitioner Resources</a:t>
            </a:r>
          </a:p>
          <a:p>
            <a:r>
              <a:rPr b="0" i="0" u="none"/>
              <a:t>Brownfield Software Development</a:t>
            </a:r>
          </a:p>
          <a:p>
            <a:r>
              <a:rPr b="0" i="0" u="none"/>
              <a:t>AI Implementation Workflow</a:t>
            </a:r>
          </a:p>
          <a:p>
            <a:r>
              <a:rPr b="1" i="0" u="none"/>
              <a:t>▶ Building a Backlog</a:t>
            </a:r>
          </a:p>
          <a:p>
            <a:r>
              <a:rPr b="0" i="0" u="none"/>
              <a:t>Addressing Technical Debt</a:t>
            </a:r>
          </a:p>
          <a:p>
            <a:r>
              <a:rPr b="0" i="0" u="none"/>
              <a:t>Multi-Implementation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Course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b="0" i="0" u="none"/>
              <a:t>Intro</a:t>
            </a:r>
          </a:p>
          <a:p>
            <a:r>
              <a:rPr b="0" i="0" u="none"/>
              <a:t>AI Practitioner Resources</a:t>
            </a:r>
          </a:p>
          <a:p>
            <a:r>
              <a:rPr b="0" i="0" u="none"/>
              <a:t>Brownfield Software Development</a:t>
            </a:r>
          </a:p>
          <a:p>
            <a:r>
              <a:rPr b="0" i="0" u="none"/>
              <a:t>AI Implementation Workflow</a:t>
            </a:r>
          </a:p>
          <a:p>
            <a:r>
              <a:rPr b="0" i="0" u="none"/>
              <a:t>Building a Backlog</a:t>
            </a:r>
          </a:p>
          <a:p>
            <a:r>
              <a:rPr b="1" i="0" u="none"/>
              <a:t>▶ Addressing Technical Debt</a:t>
            </a:r>
          </a:p>
          <a:p>
            <a:r>
              <a:rPr b="0" i="0" u="none"/>
              <a:t>Multi-Implementation Comparison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Course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b="0" i="0" u="none"/>
              <a:t>Intro</a:t>
            </a:r>
          </a:p>
          <a:p>
            <a:r>
              <a:rPr b="0" i="0" u="none"/>
              <a:t>AI Practitioner Resources</a:t>
            </a:r>
          </a:p>
          <a:p>
            <a:r>
              <a:rPr b="0" i="0" u="none"/>
              <a:t>Brownfield Software Development</a:t>
            </a:r>
          </a:p>
          <a:p>
            <a:r>
              <a:rPr b="0" i="0" u="none"/>
              <a:t>AI Implementation Workflow</a:t>
            </a:r>
          </a:p>
          <a:p>
            <a:r>
              <a:rPr b="0" i="0" u="none"/>
              <a:t>Building a Backlog</a:t>
            </a:r>
          </a:p>
          <a:p>
            <a:r>
              <a:rPr b="0" i="0" u="none"/>
              <a:t>Addressing Technical Debt</a:t>
            </a:r>
          </a:p>
          <a:p>
            <a:r>
              <a:rPr b="1" i="0" u="none"/>
              <a:t>▶ Multi-Implementation Comparison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 Train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^jMM CODE Training Slide Template.potx" id="{C235AF94-6470-4DC8-ADA1-D5CA24C263BE}" vid="{E23727E8-263B-4C98-B166-009CDF69EE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192</Words>
  <Application>Microsoft Office PowerPoint</Application>
  <PresentationFormat>Widescreen</PresentationFormat>
  <Paragraphs>54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Noto Sans</vt:lpstr>
      <vt:lpstr>Victor Mono</vt:lpstr>
      <vt:lpstr>CODE Training</vt:lpstr>
      <vt:lpstr>Course Modules</vt:lpstr>
      <vt:lpstr>Course Modules</vt:lpstr>
      <vt:lpstr>Course Modules</vt:lpstr>
      <vt:lpstr>Course Modules</vt:lpstr>
      <vt:lpstr>Course Modules</vt:lpstr>
      <vt:lpstr>Course Modules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6</cp:revision>
  <dcterms:created xsi:type="dcterms:W3CDTF">2025-10-19T18:09:53Z</dcterms:created>
  <dcterms:modified xsi:type="dcterms:W3CDTF">2026-04-06T15:35:02Z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0x010100587004330F6D8B418A43481AAFC77453</vt:lpwstr>
  </property>
</Properties>
</file>