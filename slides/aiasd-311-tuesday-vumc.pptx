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70" d="100"/>
          <a:sy n="70" d="100"/>
        </p:scale>
        <p:origin x="33" y="630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4456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wo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429000"/>
            <a:ext cx="8928887" cy="12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1556" y="3829000"/>
            <a:ext cx="8928887" cy="6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  <p:sldLayoutId id="2147483798" r:id="rId12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1" i="0" u="none"/>
              <a:t>▶ LLM</a:t>
            </a:r>
          </a:p>
          <a:p>
            <a:r>
              <a:rPr sz="2750" b="0" i="0" u="none"/>
              <a:t>Copilot for Teams</a:t>
            </a:r>
          </a:p>
          <a:p>
            <a:r>
              <a:rPr sz="2750" b="0" i="0" u="none"/>
              <a:t>Safety Measures and Best Practices</a:t>
            </a:r>
          </a:p>
          <a:p>
            <a:r>
              <a:rPr sz="2750" b="0" i="0" u="none"/>
              <a:t>Models and Context</a:t>
            </a:r>
          </a:p>
          <a:p>
            <a:r>
              <a:rPr sz="2750" b="0" i="0" u="none"/>
              <a:t>Guardrails and Prompt Files</a:t>
            </a:r>
          </a:p>
          <a:p>
            <a:r>
              <a:rPr sz="2750" b="0" i="0" u="none"/>
              <a:t>AI Assisted Documentation</a:t>
            </a:r>
          </a:p>
          <a:p>
            <a:r>
              <a:rPr sz="2750" b="0" i="0" u="none"/>
              <a:t>Test Automation and Code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0" i="0" u="none"/>
              <a:t>LLM</a:t>
            </a:r>
          </a:p>
          <a:p>
            <a:r>
              <a:rPr sz="2750" b="1" i="0" u="none"/>
              <a:t>▶ Copilot for Teams</a:t>
            </a:r>
          </a:p>
          <a:p>
            <a:r>
              <a:rPr sz="2750" b="0" i="0" u="none"/>
              <a:t>Safety Measures and Best Practices</a:t>
            </a:r>
          </a:p>
          <a:p>
            <a:r>
              <a:rPr sz="2750" b="0" i="0" u="none"/>
              <a:t>Models and Context</a:t>
            </a:r>
          </a:p>
          <a:p>
            <a:r>
              <a:rPr sz="2750" b="0" i="0" u="none"/>
              <a:t>Guardrails and Prompt Files</a:t>
            </a:r>
          </a:p>
          <a:p>
            <a:r>
              <a:rPr sz="2750" b="0" i="0" u="none"/>
              <a:t>AI Assisted Documentation</a:t>
            </a:r>
          </a:p>
          <a:p>
            <a:r>
              <a:rPr sz="2750" b="0" i="0" u="none"/>
              <a:t>Test Automation and Code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0" i="0" u="none"/>
              <a:t>LLM</a:t>
            </a:r>
          </a:p>
          <a:p>
            <a:r>
              <a:rPr sz="2750" b="0" i="0" u="none"/>
              <a:t>Copilot for Teams</a:t>
            </a:r>
          </a:p>
          <a:p>
            <a:r>
              <a:rPr sz="2750" b="1" i="0" u="none"/>
              <a:t>▶ Safety Measures and Best Practices</a:t>
            </a:r>
          </a:p>
          <a:p>
            <a:r>
              <a:rPr sz="2750" b="0" i="0" u="none"/>
              <a:t>Models and Context</a:t>
            </a:r>
          </a:p>
          <a:p>
            <a:r>
              <a:rPr sz="2750" b="0" i="0" u="none"/>
              <a:t>Guardrails and Prompt Files</a:t>
            </a:r>
          </a:p>
          <a:p>
            <a:r>
              <a:rPr sz="2750" b="0" i="0" u="none"/>
              <a:t>AI Assisted Documentation</a:t>
            </a:r>
          </a:p>
          <a:p>
            <a:r>
              <a:rPr sz="2750" b="0" i="0" u="none"/>
              <a:t>Test Automation and Code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0" i="0" u="none"/>
              <a:t>LLM</a:t>
            </a:r>
          </a:p>
          <a:p>
            <a:r>
              <a:rPr sz="2750" b="0" i="0" u="none"/>
              <a:t>Copilot for Teams</a:t>
            </a:r>
          </a:p>
          <a:p>
            <a:r>
              <a:rPr sz="2750" b="0" i="0" u="none"/>
              <a:t>Safety Measures and Best Practices</a:t>
            </a:r>
          </a:p>
          <a:p>
            <a:r>
              <a:rPr sz="2750" b="1" i="0" u="none"/>
              <a:t>▶ Models and Context</a:t>
            </a:r>
          </a:p>
          <a:p>
            <a:r>
              <a:rPr sz="2750" b="0" i="0" u="none"/>
              <a:t>Guardrails and Prompt Files</a:t>
            </a:r>
          </a:p>
          <a:p>
            <a:r>
              <a:rPr sz="2750" b="0" i="0" u="none"/>
              <a:t>AI Assisted Documentation</a:t>
            </a:r>
          </a:p>
          <a:p>
            <a:r>
              <a:rPr sz="2750" b="0" i="0" u="none"/>
              <a:t>Test Automation and Code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0" i="0" u="none"/>
              <a:t>LLM</a:t>
            </a:r>
          </a:p>
          <a:p>
            <a:r>
              <a:rPr sz="2750" b="0" i="0" u="none"/>
              <a:t>Copilot for Teams</a:t>
            </a:r>
          </a:p>
          <a:p>
            <a:r>
              <a:rPr sz="2750" b="0" i="0" u="none"/>
              <a:t>Safety Measures and Best Practices</a:t>
            </a:r>
          </a:p>
          <a:p>
            <a:r>
              <a:rPr sz="2750" b="0" i="0" u="none"/>
              <a:t>Models and Context</a:t>
            </a:r>
          </a:p>
          <a:p>
            <a:r>
              <a:rPr sz="2750" b="1" i="0" u="none"/>
              <a:t>▶ Guardrails and Prompt Files</a:t>
            </a:r>
          </a:p>
          <a:p>
            <a:r>
              <a:rPr sz="2750" b="0" i="0" u="none"/>
              <a:t>AI Assisted Documentation</a:t>
            </a:r>
          </a:p>
          <a:p>
            <a:r>
              <a:rPr sz="2750" b="0" i="0" u="none"/>
              <a:t>Test Automation and Code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0" i="0" u="none"/>
              <a:t>LLM</a:t>
            </a:r>
          </a:p>
          <a:p>
            <a:r>
              <a:rPr sz="2750" b="0" i="0" u="none"/>
              <a:t>Copilot for Teams</a:t>
            </a:r>
          </a:p>
          <a:p>
            <a:r>
              <a:rPr sz="2750" b="0" i="0" u="none"/>
              <a:t>Safety Measures and Best Practices</a:t>
            </a:r>
          </a:p>
          <a:p>
            <a:r>
              <a:rPr sz="2750" b="0" i="0" u="none"/>
              <a:t>Models and Context</a:t>
            </a:r>
          </a:p>
          <a:p>
            <a:r>
              <a:rPr sz="2750" b="0" i="0" u="none"/>
              <a:t>Guardrails and Prompt Files</a:t>
            </a:r>
          </a:p>
          <a:p>
            <a:r>
              <a:rPr sz="2750" b="1" i="0" u="none"/>
              <a:t>▶ AI Assisted Documentation</a:t>
            </a:r>
          </a:p>
          <a:p>
            <a:r>
              <a:rPr sz="2750" b="0" i="0" u="none"/>
              <a:t>Test Automation and Code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sz="2750" b="0" i="0" u="none"/>
              <a:t>Intro</a:t>
            </a:r>
          </a:p>
          <a:p>
            <a:r>
              <a:rPr sz="2750" b="0" i="0" u="none"/>
              <a:t>LLM</a:t>
            </a:r>
          </a:p>
          <a:p>
            <a:r>
              <a:rPr sz="2750" b="0" i="0" u="none"/>
              <a:t>Copilot for Teams</a:t>
            </a:r>
          </a:p>
          <a:p>
            <a:r>
              <a:rPr sz="2750" b="0" i="0" u="none"/>
              <a:t>Safety Measures and Best Practices</a:t>
            </a:r>
          </a:p>
          <a:p>
            <a:r>
              <a:rPr sz="2750" b="0" i="0" u="none"/>
              <a:t>Models and Context</a:t>
            </a:r>
          </a:p>
          <a:p>
            <a:r>
              <a:rPr sz="2750" b="0" i="0" u="none"/>
              <a:t>Guardrails and Prompt Files</a:t>
            </a:r>
          </a:p>
          <a:p>
            <a:r>
              <a:rPr sz="2750" b="0" i="0" u="none"/>
              <a:t>AI Assisted Documentation</a:t>
            </a:r>
          </a:p>
          <a:p>
            <a:r>
              <a:rPr sz="2750" b="1" i="0" u="none"/>
              <a:t>▶ Test Automation and Code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273</Words>
  <Application>Microsoft Office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Noto Sans</vt:lpstr>
      <vt:lpstr>Victor Mono</vt:lpstr>
      <vt:lpstr>CODE Training</vt:lpstr>
      <vt:lpstr>Course Modules</vt:lpstr>
      <vt:lpstr>Course Modules</vt:lpstr>
      <vt:lpstr>Course Modules</vt:lpstr>
      <vt:lpstr>Course Modules</vt:lpstr>
      <vt:lpstr>Course Modules</vt:lpstr>
      <vt:lpstr>Course Modules</vt:lpstr>
      <vt:lpstr>Course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6</cp:revision>
  <dcterms:created xsi:type="dcterms:W3CDTF">2025-10-19T18:09:53Z</dcterms:created>
  <dcterms:modified xsi:type="dcterms:W3CDTF">2026-04-06T15:34:57Z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