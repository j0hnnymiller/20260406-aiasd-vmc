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3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08B12"/>
    <a:srgbClr val="8E1416"/>
    <a:srgbClr val="922123"/>
    <a:srgbClr val="AA8200"/>
    <a:srgbClr val="DEAA00"/>
    <a:srgbClr val="007FB1"/>
    <a:srgbClr val="38955A"/>
    <a:srgbClr val="920000"/>
    <a:srgbClr val="212121"/>
    <a:srgbClr val="2C4D7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7" autoAdjust="0"/>
    <p:restoredTop sz="63597" autoAdjust="0"/>
  </p:normalViewPr>
  <p:slideViewPr>
    <p:cSldViewPr snapToGrid="0" showGuides="1">
      <p:cViewPr varScale="1">
        <p:scale>
          <a:sx n="70" d="100"/>
          <a:sy n="70" d="100"/>
        </p:scale>
        <p:origin x="33" y="630"/>
      </p:cViewPr>
      <p:guideLst/>
    </p:cSldViewPr>
  </p:slideViewPr>
  <p:outlineViewPr>
    <p:cViewPr>
      <p:scale>
        <a:sx n="33" d="100"/>
        <a:sy n="33" d="100"/>
      </p:scale>
      <p:origin x="0" y="-16152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87355B-E5B2-6E48-8859-C40F7DC7FE0C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31DA66-BB00-F84C-BB6F-3E6E140CFF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27450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585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9170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754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8339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924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Auto-generated course navigation slide showing all modules with current section highlighted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Auto-generated course navigation slide showing all modules with current section highlighted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Auto-generated course navigation slide showing all modules with current section highlighted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Auto-generated course navigation slide showing all modules with current section highlighted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Auto-generated course navigation slide showing all modules with current section highlighted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rgbClr val="007FB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E5D4979-0E48-181C-5438-B441393DCA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0000"/>
          </a:blip>
          <a:srcRect l="301" t="5222" r="713" b="10945"/>
          <a:stretch/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8BA191F-D9FD-C2EB-983F-9B42F26EB6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59384"/>
            <a:ext cx="9144000" cy="1891556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FDDE32-D155-6EE2-5EAC-C0A0C4B0AB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952326"/>
            <a:ext cx="9144000" cy="1325070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9F10DC-7230-4581-E771-A51DC87C601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94437" y="1238105"/>
            <a:ext cx="3578217" cy="1288157"/>
          </a:xfrm>
          <a:prstGeom prst="rect">
            <a:avLst/>
          </a:prstGeom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374273472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5008E-5CA0-DF16-8859-F3F3B6B4EC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D7D27F-181A-B717-23A8-6AE0FE66C8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0587407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5008E-5CA0-DF16-8859-F3F3B6B4EC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D7D27F-181A-B717-23A8-6AE0FE66C8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282959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3930F6-D2DF-F6C7-EE28-1317F8B2A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7C4C2C-73A8-3DEC-B6FB-43F2345FC9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463752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FE4B54-0793-1D98-555E-E9470FF34B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463752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183185060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3930F6-D2DF-F6C7-EE28-1317F8B2A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7C4C2C-73A8-3DEC-B6FB-43F2345FC9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463752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FE4B54-0793-1D98-555E-E9470FF34B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2" y="1463752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49783303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B468B-A6F2-4747-0841-93AC035CB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1556" y="2644564"/>
            <a:ext cx="8928887" cy="1568871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0210162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B468B-A6F2-4747-0841-93AC035CBD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595456361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B468B-A6F2-4747-0841-93AC035CBD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F1C99E23-E5F1-1D9C-BF82-D83E6E9F134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00113" y="2433638"/>
            <a:ext cx="10391774" cy="379095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63708861-970C-B5DB-BF46-526E75A04C1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00113" y="1444625"/>
            <a:ext cx="10391774" cy="64928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Image Caption</a:t>
            </a:r>
          </a:p>
        </p:txBody>
      </p:sp>
    </p:spTree>
    <p:extLst>
      <p:ext uri="{BB962C8B-B14F-4D97-AF65-F5344CB8AC3E}">
        <p14:creationId xmlns:p14="http://schemas.microsoft.com/office/powerpoint/2010/main" val="1827457619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7113423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F7AB04E-CD14-3B5B-FB56-FF0AC2426BB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0000"/>
          </a:blip>
          <a:srcRect l="301" t="5222" r="713" b="10945"/>
          <a:stretch/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538736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">
    <p:bg>
      <p:bgPr>
        <a:solidFill>
          <a:srgbClr val="212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F442E2-8683-D251-03C0-5FDD0CBEBC4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3480" y="1051965"/>
            <a:ext cx="9831823" cy="313932"/>
          </a:xfrm>
        </p:spPr>
        <p:txBody>
          <a:bodyPr>
            <a:spAutoFit/>
          </a:bodyPr>
          <a:lstStyle>
            <a:lvl1pPr marL="0" indent="0">
              <a:buFontTx/>
              <a:buNone/>
              <a:defRPr sz="1600">
                <a:latin typeface="Victor Mono" pitchFamily="49" charset="0"/>
              </a:defRPr>
            </a:lvl1pPr>
            <a:lvl2pPr marL="457200" indent="0">
              <a:buFontTx/>
              <a:buNone/>
              <a:defRPr>
                <a:latin typeface="Victor Mono" pitchFamily="49" charset="0"/>
              </a:defRPr>
            </a:lvl2pPr>
            <a:lvl3pPr marL="914400" indent="0">
              <a:buFontTx/>
              <a:buNone/>
              <a:defRPr>
                <a:latin typeface="Victor Mono" pitchFamily="49" charset="0"/>
              </a:defRPr>
            </a:lvl3pPr>
            <a:lvl4pPr marL="1371600" indent="0">
              <a:buFontTx/>
              <a:buNone/>
              <a:defRPr>
                <a:latin typeface="Victor Mono" pitchFamily="49" charset="0"/>
              </a:defRPr>
            </a:lvl4pPr>
            <a:lvl5pPr marL="1828800" indent="0">
              <a:buFontTx/>
              <a:buNone/>
              <a:defRPr>
                <a:latin typeface="Victor Mono" pitchFamily="49" charset="0"/>
              </a:defRPr>
            </a:lvl5pPr>
          </a:lstStyle>
          <a:p>
            <a:pPr lvl="0"/>
            <a:r>
              <a:rPr lang="en-US" dirty="0"/>
              <a:t>Click to edit Code text</a:t>
            </a:r>
          </a:p>
        </p:txBody>
      </p:sp>
    </p:spTree>
    <p:extLst>
      <p:ext uri="{BB962C8B-B14F-4D97-AF65-F5344CB8AC3E}">
        <p14:creationId xmlns:p14="http://schemas.microsoft.com/office/powerpoint/2010/main" val="8760912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entered Two 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B468B-A6F2-4747-0841-93AC035CB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1556" y="2429000"/>
            <a:ext cx="8928887" cy="12000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31556" y="3829000"/>
            <a:ext cx="8928887" cy="6000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520210162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07FB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3C53BF9-6377-93D8-5BD7-30937619B4E2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alphaModFix amt="20000"/>
          </a:blip>
          <a:srcRect l="301" t="5222" r="713" b="10945"/>
          <a:stretch/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A4163A3-B061-0949-1965-0375841BDB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8928887" cy="7030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E76094-9BD4-ED01-3BE5-5F760EE32E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61483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D6163BC-C951-C17F-421A-4AD743EDDB29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rcRect/>
          <a:stretch/>
        </p:blipFill>
        <p:spPr>
          <a:xfrm>
            <a:off x="10016117" y="424540"/>
            <a:ext cx="1783676" cy="643610"/>
          </a:xfrm>
          <a:prstGeom prst="rect">
            <a:avLst/>
          </a:prstGeom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20058442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97" r:id="rId3"/>
    <p:sldLayoutId id="2147483746" r:id="rId4"/>
    <p:sldLayoutId id="2147483784" r:id="rId5"/>
    <p:sldLayoutId id="2147483747" r:id="rId6"/>
    <p:sldLayoutId id="2147483748" r:id="rId7"/>
    <p:sldLayoutId id="2147483792" r:id="rId8"/>
    <p:sldLayoutId id="2147483749" r:id="rId9"/>
    <p:sldLayoutId id="2147483750" r:id="rId10"/>
    <p:sldLayoutId id="2147483751" r:id="rId11"/>
    <p:sldLayoutId id="2147483798" r:id="rId12"/>
  </p:sldLayoutIdLst>
  <p:transition>
    <p:fade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bg1"/>
          </a:solidFill>
          <a:latin typeface="Noto Sans" panose="020B0502040504020204" pitchFamily="34" charset="0"/>
          <a:ea typeface="Noto Sans" panose="020B0502040504020204" pitchFamily="34" charset="0"/>
          <a:cs typeface="Noto Sans" panose="020B0502040504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Noto Sans" panose="020B0502040504020204" pitchFamily="34" charset="0"/>
          <a:ea typeface="Noto Sans" panose="020B0502040504020204" pitchFamily="34" charset="0"/>
          <a:cs typeface="Noto Sans" panose="020B0502040504020204" pitchFamily="34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Noto Sans" panose="020B0502040504020204" pitchFamily="34" charset="0"/>
          <a:ea typeface="Noto Sans" panose="020B0502040504020204" pitchFamily="34" charset="0"/>
          <a:cs typeface="Noto Sans" panose="020B050204050402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Noto Sans" panose="020B0502040504020204" pitchFamily="34" charset="0"/>
          <a:ea typeface="Noto Sans" panose="020B0502040504020204" pitchFamily="34" charset="0"/>
          <a:cs typeface="Noto Sans" panose="020B0502040504020204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Noto Sans" panose="020B0502040504020204" pitchFamily="34" charset="0"/>
          <a:ea typeface="Noto Sans" panose="020B0502040504020204" pitchFamily="34" charset="0"/>
          <a:cs typeface="Noto Sans" panose="020B0502040504020204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Noto Sans" panose="020B0502040504020204" pitchFamily="34" charset="0"/>
          <a:ea typeface="Noto Sans" panose="020B0502040504020204" pitchFamily="34" charset="0"/>
          <a:cs typeface="Noto Sans" panose="020B05020405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r>
              <a:t>Course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r>
              <a:rPr b="0" i="0" u="none"/>
              <a:t>Intro</a:t>
            </a:r>
          </a:p>
          <a:p>
            <a:r>
              <a:rPr b="1" i="0" u="none"/>
              <a:t>▶ Instructions vs Prompts vs Custom Agents</a:t>
            </a:r>
          </a:p>
          <a:p>
            <a:r>
              <a:rPr b="0" i="0" u="none"/>
              <a:t>Managing Context</a:t>
            </a:r>
          </a:p>
          <a:p>
            <a:r>
              <a:rPr b="0" i="0" u="none"/>
              <a:t>Custom Agents</a:t>
            </a:r>
          </a:p>
          <a:p>
            <a:r>
              <a:rPr b="0" i="0" u="none"/>
              <a:t>Skills</a:t>
            </a:r>
          </a:p>
          <a:p>
            <a:r>
              <a:rPr b="0" i="0" u="none"/>
              <a:t>MCP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r>
              <a:t>Course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r>
              <a:rPr b="0" i="0" u="none"/>
              <a:t>Intro</a:t>
            </a:r>
          </a:p>
          <a:p>
            <a:r>
              <a:rPr b="0" i="0" u="none"/>
              <a:t>Instructions vs Prompts vs Custom Agents</a:t>
            </a:r>
          </a:p>
          <a:p>
            <a:r>
              <a:rPr b="1" i="0" u="none"/>
              <a:t>▶ Managing Context</a:t>
            </a:r>
          </a:p>
          <a:p>
            <a:r>
              <a:rPr b="0" i="0" u="none"/>
              <a:t>Custom Agents</a:t>
            </a:r>
          </a:p>
          <a:p>
            <a:r>
              <a:rPr b="0" i="0" u="none"/>
              <a:t>Skills</a:t>
            </a:r>
          </a:p>
          <a:p>
            <a:r>
              <a:rPr b="0" i="0" u="none"/>
              <a:t>MCP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r>
              <a:t>Course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r>
              <a:rPr b="0" i="0" u="none"/>
              <a:t>Intro</a:t>
            </a:r>
          </a:p>
          <a:p>
            <a:r>
              <a:rPr b="0" i="0" u="none"/>
              <a:t>Instructions vs Prompts vs Custom Agents</a:t>
            </a:r>
          </a:p>
          <a:p>
            <a:r>
              <a:rPr b="0" i="0" u="none"/>
              <a:t>Managing Context</a:t>
            </a:r>
          </a:p>
          <a:p>
            <a:r>
              <a:rPr b="1" i="0" u="none"/>
              <a:t>▶ Custom Agents</a:t>
            </a:r>
          </a:p>
          <a:p>
            <a:r>
              <a:rPr b="0" i="0" u="none"/>
              <a:t>Skills</a:t>
            </a:r>
          </a:p>
          <a:p>
            <a:r>
              <a:rPr b="0" i="0" u="none"/>
              <a:t>MCP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r>
              <a:t>Course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r>
              <a:rPr b="0" i="0" u="none"/>
              <a:t>Intro</a:t>
            </a:r>
          </a:p>
          <a:p>
            <a:r>
              <a:rPr b="0" i="0" u="none"/>
              <a:t>Instructions vs Prompts vs Custom Agents</a:t>
            </a:r>
          </a:p>
          <a:p>
            <a:r>
              <a:rPr b="0" i="0" u="none"/>
              <a:t>Managing Context</a:t>
            </a:r>
          </a:p>
          <a:p>
            <a:r>
              <a:rPr b="0" i="0" u="none"/>
              <a:t>Custom Agents</a:t>
            </a:r>
          </a:p>
          <a:p>
            <a:r>
              <a:rPr b="1" i="0" u="none"/>
              <a:t>▶ Skills</a:t>
            </a:r>
          </a:p>
          <a:p>
            <a:r>
              <a:rPr b="0" i="0" u="none"/>
              <a:t>MCP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r>
              <a:t>Course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r>
              <a:rPr b="0" i="0" u="none"/>
              <a:t>Intro</a:t>
            </a:r>
          </a:p>
          <a:p>
            <a:r>
              <a:rPr b="0" i="0" u="none"/>
              <a:t>Instructions vs Prompts vs Custom Agents</a:t>
            </a:r>
          </a:p>
          <a:p>
            <a:r>
              <a:rPr b="0" i="0" u="none"/>
              <a:t>Managing Context</a:t>
            </a:r>
          </a:p>
          <a:p>
            <a:r>
              <a:rPr b="0" i="0" u="none"/>
              <a:t>Custom Agents</a:t>
            </a:r>
          </a:p>
          <a:p>
            <a:r>
              <a:rPr b="0" i="0" u="none"/>
              <a:t>Skills</a:t>
            </a:r>
          </a:p>
          <a:p>
            <a:r>
              <a:rPr b="1" i="0" u="none"/>
              <a:t>▶ MCP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DE Training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^jMM CODE Training Slide Template.potx" id="{C235AF94-6470-4DC8-ADA1-D5CA24C263BE}" vid="{E23727E8-263B-4C98-B166-009CDF69EE3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</TotalTime>
  <Words>135</Words>
  <Application>Microsoft Office PowerPoint</Application>
  <PresentationFormat>Widescreen</PresentationFormat>
  <Paragraphs>40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Calibri</vt:lpstr>
      <vt:lpstr>Noto Sans</vt:lpstr>
      <vt:lpstr>Victor Mono</vt:lpstr>
      <vt:lpstr>CODE Training</vt:lpstr>
      <vt:lpstr>Course Modules</vt:lpstr>
      <vt:lpstr>Course Modules</vt:lpstr>
      <vt:lpstr>Course Modules</vt:lpstr>
      <vt:lpstr>Course Modules</vt:lpstr>
      <vt:lpstr>Course Modules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John Miller</dc:creator>
  <cp:lastModifiedBy>John Miller</cp:lastModifiedBy>
  <cp:revision>6</cp:revision>
  <dcterms:created xsi:type="dcterms:W3CDTF">2025-10-19T18:09:53Z</dcterms:created>
  <dcterms:modified xsi:type="dcterms:W3CDTF">2026-04-06T15:34:59Z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0x010100587004330F6D8B418A43481AAFC77453</vt:lpwstr>
  </property>
</Properties>
</file>